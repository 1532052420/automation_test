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417320"/>
            <a:ext cx="2514600" cy="4206240"/>
          </a:xfrm>
          <a:prstGeom prst="roundRect">
            <a:avLst>
              <a:gd name="adj" fmla="val 5818"/>
            </a:avLst>
          </a:prstGeom>
          <a:solidFill>
            <a:srgbClr val="171B22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920240"/>
            <a:ext cx="1874520" cy="114300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9202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视觉区域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0" y="3246120"/>
            <a:ext cx="1874520" cy="685800"/>
          </a:xfrm>
          <a:prstGeom prst="rect">
            <a:avLst/>
          </a:prstGeom>
          <a:solidFill>
            <a:srgbClr val="FDECE7"/>
          </a:solidFill>
          <a:ln w="19050">
            <a:solidFill>
              <a:srgbClr val="D7321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0" y="32461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忽略区域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0" y="4224528"/>
            <a:ext cx="1874520" cy="0"/>
          </a:xfrm>
          <a:prstGeom prst="line">
            <a:avLst/>
          </a:prstGeom>
          <a:noFill/>
          <a:ln w="12700">
            <a:solidFill>
              <a:srgbClr val="3A4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43159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 · 实际 · Diff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5EA0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 UI 自动化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视觉断言能力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EB8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加入前 vs 加入后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AEB8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能力对比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元素定位器采集 · 视觉资产管理 · 用例断言引用 · 报告三联图    2026-09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加入前 · BEFORE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功能断言全部通过，UI 依然可能「不对」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用户信息卡片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2880360"/>
            <a:ext cx="566928" cy="566928"/>
          </a:xfrm>
          <a:prstGeom prst="ellipse">
            <a:avLst/>
          </a:prstGeom>
          <a:solidFill>
            <a:srgbClr val="C7CCD4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2907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用户昵称：测试账号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74520" y="3218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已登录 · VIP3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43000" y="3749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AF3FF"/>
          </a:solidFill>
          <a:ln w="15240">
            <a:solidFill>
              <a:srgbClr val="0071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28800" y="3749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DECE7"/>
          </a:solidFill>
          <a:ln w="19050">
            <a:solidFill>
              <a:srgbClr val="D732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83080" y="3703320"/>
            <a:ext cx="640080" cy="640080"/>
          </a:xfrm>
          <a:prstGeom prst="line">
            <a:avLst/>
          </a:prstGeom>
          <a:noFill/>
          <a:ln w="31750">
            <a:solidFill>
              <a:srgbClr val="D732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3767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版本把 Icon A 换成了 B，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文案断言依然全绿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5138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这类回归，文本 / 可见性断言完全无法发现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783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没有视觉断言时的四个现实问题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394960" y="228600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D73211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22860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23113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Icon / Logo / 图片 / 卡片样式出错，功能断言全部照常通过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394960" y="2944368"/>
            <a:ext cx="6355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3127248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D73211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12724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费人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07238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视觉回归靠人工肉眼逐屏比对，每次发版都是重复劳动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94960" y="3785616"/>
            <a:ext cx="6355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3968496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D73211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396849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不稳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391363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截图含动态文案 / 数字 / 时间，整屏硬比必然误报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394960" y="4626864"/>
            <a:ext cx="6355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4809744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D73211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480974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无据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4754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出了问题只有一句「视觉断言失败」，说不清哪里变了、变了多少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165592" y="6473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自动化测试平台 · 视觉断言能力对比    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对比总览 ·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加入前 vs 加入后：一次看全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569671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加入前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加入后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能断言什么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元素可见 / 文本 / Toast 文本 / 元素消失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以上全部 + 页面长相是否正确（Icon、卡片、Banner、弹窗、整屏）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断言范围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以元素为唯一对象，无区域概念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元素 / 自定义区域（拖拽框选）/ 整屏，三范围统一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动态内容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无法处理，整屏硬比必然误报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忽略区域：比对时涂白跳过，时间 / 数字不误报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比较方式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Strict 像素级 / Layout 布局级两种模式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基线管理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无基线概念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视觉资产统一管理：缩略图 / 筛选 / 分页 / 大图 / 删除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失败呈现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「断言失败」一句话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基线 | 实际 | Diff 三联图 + 相似度数值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外部依赖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零：SSIM 本地比对，不接第三方视觉云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65592" y="6473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自动化测试平台 · 视觉断言能力对比    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加入后 · 范围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三种断言范围：元素优先，区域补充，整屏保留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783080"/>
            <a:ext cx="2286000" cy="3246120"/>
          </a:xfrm>
          <a:prstGeom prst="roundRect">
            <a:avLst>
              <a:gd name="adj" fmla="val 5600"/>
            </a:avLst>
          </a:prstGeom>
          <a:solidFill>
            <a:srgbClr val="F6F7F9"/>
          </a:solidFill>
          <a:ln w="15240">
            <a:solidFill>
              <a:srgbClr val="C9CFD8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2103120"/>
            <a:ext cx="18836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423160"/>
            <a:ext cx="1554480" cy="1554480"/>
          </a:xfrm>
          <a:prstGeom prst="rect">
            <a:avLst/>
          </a:prstGeom>
          <a:solidFill>
            <a:srgbClr val="EAF3FF"/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4231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resource-id 定位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bounds 自动计算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55648" y="195681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 w="12700">
            <a:solidFill>
              <a:srgbClr val="0A7D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19568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7D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元素范围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51560" y="4782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点击元素自动取 bounds · 推荐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1783080"/>
            <a:ext cx="2286000" cy="3246120"/>
          </a:xfrm>
          <a:prstGeom prst="roundRect">
            <a:avLst>
              <a:gd name="adj" fmla="val 5600"/>
            </a:avLst>
          </a:prstGeom>
          <a:solidFill>
            <a:srgbClr val="F6F7F9"/>
          </a:solidFill>
          <a:ln w="15240">
            <a:solidFill>
              <a:srgbClr val="C9CFD8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78808" y="2103120"/>
            <a:ext cx="18836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2514600"/>
            <a:ext cx="1335024" cy="1371600"/>
          </a:xfrm>
          <a:prstGeom prst="rect">
            <a:avLst/>
          </a:prstGeom>
          <a:solidFill>
            <a:srgbClr val="EAF3FF"/>
          </a:solidFill>
          <a:ln w="25400">
            <a:solidFill>
              <a:srgbClr val="0071E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453128" y="251460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Canvas / 自绘弹层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WebView 内部区域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7764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自定义区域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977640" y="4782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Hierarchy 盲区 · 拖拽框选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783080"/>
            <a:ext cx="2286000" cy="3246120"/>
          </a:xfrm>
          <a:prstGeom prst="roundRect">
            <a:avLst>
              <a:gd name="adj" fmla="val 5600"/>
            </a:avLst>
          </a:prstGeom>
          <a:solidFill>
            <a:srgbClr val="F6F7F9"/>
          </a:solidFill>
          <a:ln w="15240">
            <a:solidFill>
              <a:srgbClr val="C9CFD8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04888" y="2103120"/>
            <a:ext cx="18836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9752" y="2157984"/>
            <a:ext cx="1773936" cy="2084832"/>
          </a:xfrm>
          <a:prstGeom prst="rect">
            <a:avLst/>
          </a:prstGeom>
          <a:solidFill>
            <a:srgbClr val="EAF3FF"/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157984"/>
            <a:ext cx="1773936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整页截图整体比对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（不建议作为默认）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0372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整屏范围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03720" y="4782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静态页 / 整体 UI 回归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95560" y="1783080"/>
            <a:ext cx="1463040" cy="324612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351008" y="1965960"/>
            <a:ext cx="1188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怎么选？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元素能定位 → 用元素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定位不准 → 拖拽框选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静态整页 → 才用整屏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交互来源：元素定位器「视觉断言」模式——点击截图选元素 / 直接拖拽框选，蓝框实时标出断言区域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65592" y="6473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自动化测试平台 · 视觉断言能力对比    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加入后 · 精准比对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动态区域可忽略，两种比较模式各有分工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用户信息卡片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浏览量：12345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2578608"/>
            <a:ext cx="2194560" cy="457200"/>
          </a:xfrm>
          <a:prstGeom prst="rect">
            <a:avLst/>
          </a:prstGeom>
          <a:solidFill>
            <a:srgbClr val="FDECE7"/>
          </a:solidFill>
          <a:ln w="19050">
            <a:solidFill>
              <a:srgbClr val="D7321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834640" y="25786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忽略 1（比对时涂白）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点赞：888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3127248"/>
            <a:ext cx="2194560" cy="457200"/>
          </a:xfrm>
          <a:prstGeom prst="rect">
            <a:avLst/>
          </a:prstGeom>
          <a:solidFill>
            <a:srgbClr val="FDECE7"/>
          </a:solidFill>
          <a:ln w="19050">
            <a:solidFill>
              <a:srgbClr val="D7321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834640" y="31272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忽略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商品卡片（应参与比对）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截图上拖拽即建忽略区域；比对时两图同涂白，diff 图同步标注「已排除」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Strict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24871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逐像素 SSIM 比对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 Icon / Logo / 固定 UI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数字变化 12345→67890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3547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相似度 0.9761 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72200" y="4133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盖忽略区域后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4389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D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相似度 1.0000 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98280" y="18288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AF3FF"/>
          </a:solidFill>
          <a:ln w="15240">
            <a:solidFill>
              <a:srgbClr val="0071E3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2688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0" y="24871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粗粒度结构比对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文字变化宽容 / 位移敏感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文字内容变化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326880" y="3547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D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相似度 0.9692 · 不误报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26880" y="4133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模块位移 30px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26880" y="4389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相似度 0.7860 · 拦截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43600" y="5257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以上为本平台比对引擎合成图实测值（SSIM，scikit-image）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65592" y="6473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自动化测试平台 · 视觉断言能力对比    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加入后 · 工作流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采集基线：在添加用例的流程里一次完成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718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3484" y="2331720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443484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43484" y="2971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添加用例弹窗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3484" y="3401568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勾「视觉断言」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点「采集基线」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27148" y="306324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7462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20924" y="2331720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2820924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820924" y="2971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弹窗自动隐藏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20924" y="3401568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回到设备截图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（配置原样保留）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4588" y="306324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5206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98364" y="2331720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5198364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198364" y="2971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点元素 / 拖框选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98364" y="3401568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蓝框实时标出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断言区域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82028" y="306324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2950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75804" y="2331720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7575804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575804" y="2971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二次确认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5804" y="3401568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裁剪预览 + 坐标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微调 + 资产命名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59468" y="306324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80694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EAF3FF"/>
          </a:solidFill>
          <a:ln w="15240">
            <a:solidFill>
              <a:srgbClr val="0071E3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53244" y="2331720"/>
            <a:ext cx="475488" cy="47548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9953244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953244" y="29718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弹回 · 自动引用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953244" y="3401568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断言方式已选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「视觉资产」✓已采集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97180" y="4892040"/>
            <a:ext cx="11594592" cy="777240"/>
          </a:xfrm>
          <a:prstGeom prst="roundRect">
            <a:avLst>
              <a:gd name="adj" fmla="val 11765"/>
            </a:avLst>
          </a:prstGeom>
          <a:solidFill>
            <a:srgbClr val="F2F8FF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" y="4892040"/>
            <a:ext cx="11045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全程不离开添加用例的语境：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采集的基线存为「视觉资产」，断言方式自动转为引用该资产（✓已采集），保存用例即完成挂载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65592" y="6473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自动化测试平台 · 视觉断言能力对比    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1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加入后 · 管理与报告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资产有处可管，失败有图可查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视觉断言管理（平台二级菜单）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基线缩略图 · 点击看大图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 / 断言范围 / 业务类型 / 比较模式 / 阈值 / 忽略区域数 / 创建时间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筛选：名称搜索 + 范围（元素 / 区域 / 整屏）+ 比较模式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分页与项目管理同款：共 N 条 · 10/20/50 条页 · 上下翻页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删除带二次确认；数据随包进 git，团队共享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基线更新留痕：重新采集自动保留上一版 baseline.prev.png，可追溯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6F7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13892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用例怎么知道在哪一步验证？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断言挂在采集时所在的操作步骤：页面方法 = 操作 + 紧跟的视觉资产断言，跑到该步即自动比对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失败时的报告呈现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0" y="2240280"/>
            <a:ext cx="1554480" cy="1920240"/>
          </a:xfrm>
          <a:prstGeom prst="rect">
            <a:avLst/>
          </a:prstGeom>
          <a:solidFill>
            <a:srgbClr val="F6F7F9"/>
          </a:solidFill>
          <a:ln w="15240">
            <a:solidFill>
              <a:srgbClr val="6E6E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24028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Expected 基线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66760" y="2240280"/>
            <a:ext cx="1554480" cy="1920240"/>
          </a:xfrm>
          <a:prstGeom prst="rect">
            <a:avLst/>
          </a:prstGeom>
          <a:solidFill>
            <a:srgbClr val="FDECE7"/>
          </a:solidFill>
          <a:ln w="15240">
            <a:solidFill>
              <a:srgbClr val="D732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24028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Actual 实际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921240" y="30175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0" y="2240280"/>
            <a:ext cx="155448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0" y="224028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Diff 差异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相似度 94.32%   阈值 98%   结果 </a:t>
            </a:r>
            <a:pPr indent="0" marL="0">
              <a:buNone/>
            </a:pPr>
            <a:r>
              <a:rPr lang="en-US" sz="1400" b="1" dirty="0">
                <a:solidFill>
                  <a:srgbClr val="D732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4800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一眼看到「哪里变了、变了多少」；确认是正确的产品变更时，可重新采集并自动保留旧基线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65592" y="6473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自动化测试平台 · 视觉断言能力对比    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五条设计原则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不是再造一个视觉测试平台，而是给现有 App UI 自动化加上稳定、简单、可执行的视觉断言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17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元素优先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8587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能通过 hierarchy 定位的，不让用户手框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9776" y="25146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17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2656" y="2697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962656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区域补充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62656" y="38587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定位不准的 UI 允许拖拽框选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10912" y="25146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17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2697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193792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整屏保留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93792" y="38587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静态页仍可整屏断言，但不是默认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42048" y="25146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17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2697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424928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动态可忽略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24928" y="38587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 / 数字不轻易导致误报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73184" y="25146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17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6064" y="2697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656064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本地执行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56064" y="38587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SSIM 本地比对，不接第三方视觉云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最终目标：</a:t>
            </a:r>
            <a:pPr indent="0" marL="0">
              <a:buNone/>
            </a:pPr>
            <a:r>
              <a:rPr lang="en-US" sz="1600" dirty="0">
                <a:solidFill>
                  <a:srgbClr val="AEB8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测试人员在 Web 端选中一个 UI 对象 → 保存 → 后续用例直接对这个对象做视觉断言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65592" y="6473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自动化测试平台 · 2026-09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UI 自动化 · 视觉断言能力对比</dc:title>
  <dc:subject>PptxGenJS Presentation</dc:subject>
  <dc:creator>AutomationTest 平台</dc:creator>
  <cp:lastModifiedBy>AutomationTest 平台</cp:lastModifiedBy>
  <cp:revision>1</cp:revision>
  <dcterms:created xsi:type="dcterms:W3CDTF">2026-09-30T07:36:19Z</dcterms:created>
  <dcterms:modified xsi:type="dcterms:W3CDTF">2026-09-30T07:36:19Z</dcterms:modified>
</cp:coreProperties>
</file>